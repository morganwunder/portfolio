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rod-useast-a.online.tableau.com/#/site/westgateresorts/workbooks/2567594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366ABE6-5B5F-4FCC-81FC-A70360C46DA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Maintenance &amp; Use Billing Preparation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5030278-7529-4177-BA81-073C33C7D27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9/14/2026 6:57:25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ven, Accounts, Keys Details" id="2" name="slide2">
            <a:extLst>
              <a:ext uri="{FF2B5EF4-FFF2-40B4-BE49-F238E27FC236}">
                <a16:creationId xmlns:a16="http://schemas.microsoft.com/office/drawing/2014/main" id="{A894CECD-9246-482F-BE28-3A483B3B09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2026-09-14T18:57:25Z</dcterms:created>
  <dcterms:modified xsi:type="dcterms:W3CDTF">2026-09-14T18:57:25Z</dcterms:modified>
</cp:coreProperties>
</file>