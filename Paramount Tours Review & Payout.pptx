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rod-useast-a.online.tableau.com/#/site/westgateresorts/workbooks/2838347/view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CFDD206-C891-4FE1-99F1-F6AC796F1B3A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Paramount Tours Review &amp; Payout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4E540E6-84CD-40CE-A5C7-0888C68F6EDF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9/14/2026 6:52:07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yout Summary" id="2" name="slide2">
            <a:extLst>
              <a:ext uri="{FF2B5EF4-FFF2-40B4-BE49-F238E27FC236}">
                <a16:creationId xmlns:a16="http://schemas.microsoft.com/office/drawing/2014/main" id="{6007FBA8-9112-4B45-AB61-51938EFED34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235" y="0"/>
            <a:ext cx="44375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olling Daily View" id="3" name="slide3">
            <a:extLst>
              <a:ext uri="{FF2B5EF4-FFF2-40B4-BE49-F238E27FC236}">
                <a16:creationId xmlns:a16="http://schemas.microsoft.com/office/drawing/2014/main" id="{561EA027-2647-4A12-A164-CCC8D9516CA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125" y="0"/>
            <a:ext cx="94297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aramount Tours &amp;amp; Contracts Over Time" id="4" name="slide4">
            <a:extLst>
              <a:ext uri="{FF2B5EF4-FFF2-40B4-BE49-F238E27FC236}">
                <a16:creationId xmlns:a16="http://schemas.microsoft.com/office/drawing/2014/main" id="{C4081C94-A3A8-496F-A6ED-914A075268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nth End Payouts Acct Detail" id="5" name="slide5">
            <a:extLst>
              <a:ext uri="{FF2B5EF4-FFF2-40B4-BE49-F238E27FC236}">
                <a16:creationId xmlns:a16="http://schemas.microsoft.com/office/drawing/2014/main" id="{C53821D9-3DE8-476D-B2F4-4A1BC364D2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2026-09-14T18:52:07Z</dcterms:created>
  <dcterms:modified xsi:type="dcterms:W3CDTF">2026-09-14T18:52:07Z</dcterms:modified>
</cp:coreProperties>
</file>